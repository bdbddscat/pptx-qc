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株式会社サンプル　提案資料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Meiryo"/>
              </a:rPr>
              <a:t>事業計画のサマリーです。ダミーテキストなので差し替えてください。</a:t>
            </a:r>
          </a:p>
          <a:p>
            <a:r>
              <a:rPr sz="1600">
                <a:latin typeface="Meiryo"/>
              </a:rPr>
              <a:t>实現に向けた取り組みを、段階的に実施していきます。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Arial"/>
              </a:rPr>
              <a:t>売上は増加、コストは減少, 利益は２桁成長</a:t>
            </a:r>
          </a:p>
          <a:p>
            <a:r>
              <a:rPr sz="800"/>
              <a:t>担当: ﾃｽﾄﾀﾛｳ（ABC123）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今期の重点施策として、既存顧客の深耕と新規チャネルの開拓を同時に進め、四半期ごとのKPIで効果を検証しながら、組織全体の実行力を高めてまいります。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365760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t>自動縮小が効いているボックスの例です。</a:t>
            </a:r>
          </a:p>
        </p:txBody>
      </p:sp>
      <p:pic>
        <p:nvPicPr>
          <p:cNvPr id="4" name="Picture 3" descr="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200400"/>
            <a:ext cx="4572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スライド外にはみ出した図形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本文だけ入れてタイトルを空にしたページ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